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60806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Como funciona o ProFinder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457575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(HTML + CSS + JavaScript explicado)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 que será explicado: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867025" y="2783383"/>
            <a:ext cx="683895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Visão geral do script principal e adaptação de página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486025" y="3291929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867025" y="3444329"/>
            <a:ext cx="683895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lógica do sistema de filtros e listagem (HTML + JS)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486025" y="3952875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867025" y="4105275"/>
            <a:ext cx="683895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Como a página de detalhes sabe quem exibir (URL Params)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486025" y="4613820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867025" y="4766220"/>
            <a:ext cx="683895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mecânica do cadastro em múltiplas etapas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2486025" y="5274766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025" y="28119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025" y="3472904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2486025" y="3291929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025" y="41338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2486025" y="3952875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025" y="47947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2486025" y="4613820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486025" y="5274766"/>
            <a:ext cx="7219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Script Único: Visão Geral e Adaptação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Visão Geral e Funções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Seletores Principais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04875" y="2019300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script controla duas funções essenciais: a exibição de todos os profissionais na página inicial e os detalhes de um profissional específico.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2985045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Gerencia filtros, cliques, carregamento dinâmico e a navegação entre as páginas.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3676501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código identifica automaticamente em qual página está, dependendo de qual container principal existe no HTML.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4367956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Assim, o **mesmo arquivo JavaScript** controla várias páginas, adaptando-se a cada uma.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21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365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2510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0" y="2228850"/>
            <a:ext cx="498157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O Sistema de Filtros (HTML)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Conceito-Chave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HTML (index.html)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04875" y="201930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HTML define apenas os "controles" (botões) e um "container" vazio (a grid).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04875" y="2710755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segredo está no atributo data-filtro.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04875" y="3137445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 é uma "etiqueta de dados" que o JavaScript consegue ler facilmente.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04875" y="3828901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valor (ex: "Reforma") é usado pelo JS para saber *o que* filtrar.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04875" y="4246066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div id="grid" começa vazia e será preenchida pelo JavaScript.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679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945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8605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0321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8875" y="2076450"/>
            <a:ext cx="552067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Listagem Dinâmica e Filtros (JavaScript)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Função renderizar() e Eventos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JavaScript (script.js)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904875" y="2019300"/>
            <a:ext cx="5000625" cy="111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Quando um filtro é clicado: remove o estado active dos outros botões e ativa apenas o botão clicado, chamando novamente a função renderizar() com o filtro correto. **(Atualiza sem recarregar)**.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04875" y="3278385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função renderizar() é a responsável por montar os cards.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04875" y="3874589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Filtra o array profissionais pela categoria.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04875" y="4396531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não houver profissionais após o filtro, mostra um aviso em vez da grid.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04875" y="5087987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cada profissional, cria um card completo (foto, nome, descrição, etc.).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04875" y="577944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Ao clicar no card, o usuário é redirecionado para a página de detalhes.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55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173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5368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451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3659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8450" y="2352675"/>
            <a:ext cx="51054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Navegação Dinâmica (Card ➔ Detalhe)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Passagem de Parâmetros (URL)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JavaScript (script.js)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904875" y="2019300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página de detalhes (detalhe.html) é um "template" vazio.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04875" y="244599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Ela precisa saber *qual* profissional mostrar.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04875" y="2863155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Quando o JS cria o card na renderizar(), ele adiciona um evento de clique.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04875" y="3564135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Esse evento redireciona o usuário para a página de detalhes, mas com um extra na URL: ?id=${p.id}.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4265116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 é o ID que será lido na próxima página.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4956571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Ex: .../detalhe.html?id=3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0314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203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12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226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1372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8325" y="2076450"/>
            <a:ext cx="3924300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5. A Página de Detalhes (Leitura e Montagem)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Lógica da Página de Detalhes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JavaScript (detalhe.js)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04875" y="2019300"/>
            <a:ext cx="500062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script na detalhe.html começa lendo o ID da URL via URLSearchParams.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04875" y="2729805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 busca o profissional correspondente (usando .find()).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04875" y="3156495"/>
            <a:ext cx="5000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o ID não for encontrado ele exibe a mensagem: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"Profissional não encontrado."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04875" y="3847951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 contrário, ele monta dinamicamente toda a página com: Foto, Nome, Categoria, Preço, Descrição completa e Lista de trabalhos realizados.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8695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136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510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1775" y="2228850"/>
            <a:ext cx="458152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1775" y="3627800"/>
            <a:ext cx="4581526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6. Cadastro em Etapas (Lógica de UI)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Controlando a Visibilidade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JavaScript (cadastro.js)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67500" y="4352925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CSS (simplificado)</a:t>
            </a:r>
            <a:endParaRPr/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904875" y="2019300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HTML do cadastro contém todas as etapas (#etapa1, #etapa2, etc.) dentro de uma mesma página.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904875" y="2720280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CSS esconde todas as etapas, exceto a que tiver a classe .ativa.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04875" y="3146970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 JavaScript não cria ou destrói elementos, ele apenas "troca" a classe .ativa de lugar.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04875" y="3847951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função proximaEtapa() remove a classe da etapa atual e a adiciona na próxima.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04875" y="4548931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 um sistema simples e eficiente de "wizard" ou "stepper".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4053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74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41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510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0608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0750" y="2228859"/>
            <a:ext cx="48482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500" y="5028071"/>
            <a:ext cx="27908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7. Cadastro (Lógica de Dados)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838200" y="1543050"/>
            <a:ext cx="53206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Coletando e Usando Dados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667500" y="1543050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JavaScript (cadastro.js)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904875" y="2019300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Conforme o usuário avança, o JS armazena as escolhas em variáveis globais (ex: categoriaSelecionada).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04875" y="272028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Quando o usuário clica em "Design", essa variável é preenchida.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04875" y="3137445"/>
            <a:ext cx="5000625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 etapa seguinte, a função renderizarSubcategorias() usa o valor de categoriaSelecionada para buscar as subcategorias corretas (ex: "Logo", "Ilustração").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04875" y="4122241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Isso torna a Etapa 4 totalmente dinâmica, baseada na escolha da Etapa 3.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04875" y="4813696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final, a última etapa (#sucesso) é exibida.</a:t>
            </a:r>
            <a:endParaRPr/>
          </a:p>
        </p:txBody>
      </p:sp>
      <p:pic>
        <p:nvPicPr>
          <p:cNvPr descr="image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954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74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945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939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7084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6200" y="2019300"/>
            <a:ext cx="5670550" cy="343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8. Resumo Final do Funcionamento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5047952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sistema é totalmente modular, leve e funciona sem banco de dados, usando apenas JavaScript e HTML.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895350" y="1543050"/>
            <a:ext cx="52606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index.html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610350" y="1543050"/>
            <a:ext cx="52606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detalhe.html</a:t>
            </a:r>
            <a:endParaRPr/>
          </a:p>
        </p:txBody>
      </p:sp>
      <p:pic>
        <p:nvPicPr>
          <p:cNvPr descr="image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54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1000125" y="2019300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Lista profissionais.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1000125" y="2605980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Filtra com base no `data-filtro` do HTML.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1000125" y="3192660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Gera cards dinamicamente.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1000125" y="3779341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Navega para a página de detalhes.</a:t>
            </a:r>
            <a:endParaRPr/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5954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6715125" y="2019300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Pega o ID da URL (`?id=3`).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715125" y="2605980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Busca o profissional no array.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715125" y="3192660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Monta a página completa (descrição, trabalhos).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715125" y="4175521"/>
            <a:ext cx="4905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Cria opções de Voltar e Contratar.</a:t>
            </a:r>
            <a:endParaRPr/>
          </a:p>
        </p:txBody>
      </p:sp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692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31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5360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98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4028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649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6966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6692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631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5360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2498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24028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2326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223146"/>
            <a:ext cx="2476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